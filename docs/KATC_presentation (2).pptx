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reproduction study of the KATC controller. Goal: reimplement the method from scratch and honestly evaluate what reproduces and what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signal control counts vehicles. KATC counts people — so a full bus is prioritised over lightly-loaded cars. That passenger-based objective is the paper's core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KATC has four elements in a loop: read state, model delay, optimise with a GA, actuate. Updated every cycle. The objective is average passenger delay — Eq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Paper's result: KATC-2 best, KATC-1 middle, SYNCHRO worst. Improvements largest at low DOS and high occupancy. Remember this — our reproduction diverges exactly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classical IS methods. The GA is primary; everything else supports it. Note: epsilon-greedy is a bandit heuristic, NOT reinforcement learning — no reward-over-time, no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phases. Phases 1-2 are the analytical core, pure Python, simulator-independent. Phases 3-6 are simulation and evaluation. Each maps to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builds the kinematic-wave delay model. No worked example in the paper, so validated by physical sanity and internal consistency — Eq 11 reduces to Eq 4 when residual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slide. Chromosome = 60-bit string encoding a 3-cycle signal plan (2-bit phase sequence + three 6-bit green-split factors per cycle). GA evolves a population toward low delay. Converges ~25 gens, 46% reduction. Be ready: this is NOT reinforcement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puts the controller in SUMO (substituting VISSIM). Built the Fig 7 intersection, the 8 bus routes, and the read-optimise-actuate loop over TraCI. Full NEMA dual-ring so phase sequence is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aren't failures — they're the findings of a reproduction study. The paper's terse spec forced principled choices, each documented. This slide shows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central finding: KATC-2 reproduces the paper at high DOS but INVERTS at low DOS. Honest analysis of WHY — re-optimisation instability, analytical-vs-simulated mismatch, uncalibrated FD parameters — is the intellectual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reproduced the method, diverged at low DOS, and the real lesson is understanding why. End confidently — a rigorous honest reproduction is exactly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Reproduction Study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Kinematic-Wave-Based Adaptive Transit Signal Priority Control using Genetic Algorithm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Behbahani &amp; Poorjafari (2022), IET Intelligent Transport Systems, 17(5), 912-928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10.1049/itr2.12316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from scratch  •  Classical IS methods  •  No deep learning / RL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Signal Priority (TSP): give buses priority at intersections — but without unfairly penalising other traffic.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signals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car counts equally.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bus (40+ people) is treated the same as one car.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KATC's idea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32918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weight vehicles by how many people they carry.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bus gets priority proportional to its load.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KATC solves:  minimise average PASSENGER delay across both modes at a signalised intersection.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Paper's Method — KATC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control loop that re-optimises the signal every cycle over a 3-cycle horizon: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state + bus position &amp; occupancy (via V2I)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69848" y="269748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718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29718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for any plan — kinematic-wave shockwave analysis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69848" y="365760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9319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39319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searches green splits + phase sequence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69848" y="461772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8920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92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48920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   </a:t>
            </a:r>
            <a:r>
              <a:rPr lang="en-US" sz="1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best plan, advance one cycle, repeat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595360" y="201168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310896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78240" y="4754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passenger-seconds of delay ÷ passengers served  (Eq. 43)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Paper's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controllers compared across 35 scenarios (7 saturation levels x 5 occupancy levels):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KATC-2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697480" y="20574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+ phase sequence
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lowest passenger delay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918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KATC-1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97480" y="32918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time only
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526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5A6A7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262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697480" y="45262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vehicle-based baseline
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delay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205740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are LARGEST 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3246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saturation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high occupancy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75320" y="4480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KATC-2 reduces passenger delay vs both baselines; phase-sequence optimisation adds the extra edge.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Information-Systems Methods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16916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optimiser — searches signal plans (MINLP)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78308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783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search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elitism, tournament, crossover, adaptive mutation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29184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E9A0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74520" y="32004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Epsilon-greedy (bandit)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phase sequence from measured bus delay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0632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29184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291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32004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Kinematic-wave modelling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delay surrogate — the GA's fitness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006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00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74520" y="4709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handling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signal plans only (cycle, min-green, barrier)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48006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800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4709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simulation
</a:t>
            </a: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software-in-the-loop evaluation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Reproduction —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pic>
        <p:nvPicPr>
          <p:cNvPr id="4" name="Image 0" descr="deck_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112471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maps to a section of the paper and was unit-tested (37 tests) or validated in simulation.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The Delay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predicts delay for any signal plan — the GA's fitness function.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F5F8F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diagram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flow-density → shockwave speeds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Eqs. 2-3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2608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General-traffic delay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formation, dissipation, residual carry-over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292608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Eqs. 4-12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F5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862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PT-vehicle delay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 x sub-cases by bus position &amp; saturation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38862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Eqs. 13-42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84632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4632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passenger delay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modes, weight buses by occupancy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48463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43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1965960"/>
            <a:ext cx="2926080" cy="379476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868680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40233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physical sanity + an internal identity: the oversaturated queue equation reduces exactly to the undersaturated 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The Genetic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pic>
        <p:nvPicPr>
          <p:cNvPr id="4" name="Image 0" descr="deck_assets/ga_chromos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6126480" cy="2926080"/>
          </a:xfrm>
          <a:prstGeom prst="rect">
            <a:avLst/>
          </a:prstGeom>
        </p:spPr>
      </p:pic>
      <p:pic>
        <p:nvPicPr>
          <p:cNvPr id="5" name="Image 1" descr="deck_assets/ga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521208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6634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GA?  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mixed-integer &amp; non-linear — discrete phase sequence, non-smooth delay. Gradient methods can't; the GA only needs to score candidates.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5257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(verified):  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150 · 150 generations · elitism · mask crossover · adaptive mutation 0.01→0.02 · fitness = 1/avg passenger delay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~46% delay reduction vs random, converges in ~25 generations (&lt;3s) — matches the paper.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Simulation (SUMO)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pic>
        <p:nvPicPr>
          <p:cNvPr id="4" name="Image 0" descr="deck_assets/inter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572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554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control loop — replacing the paper's VISSIM + COM: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21945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0" y="2194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state + bus position/occupancy via TraCI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0" y="2971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17920" y="2971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KATC (Phases 1-2) to pick the plan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0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1792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NEMA signal plan back to SUMO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0" y="4526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217920" y="4526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one cycle, repeat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0" y="5486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NEMA dual-ring signal  </a:t>
            </a:r>
            <a:r>
              <a:rPr lang="en-US" sz="13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movements, exclusive lefts, lead/lag) — chosen so the phase-sequence variable actually matters.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didn't fully specify — and how we reconstructed it (each documented):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VISSIM → SUMO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06240" y="196596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simulator (trial disables control interface) → open-source SUMO+TraCI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5F8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 → Webster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06240" y="278892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baseline → fixed-time Webster plan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1188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geometry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06240" y="361188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under-specified → reconstructed exclusive-left lanes, caught by watching the sim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5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348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Coefficient-factor mapping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06240" y="443484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3-factor → 8-movement mapping not published → documented dual-ring interpretation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5780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Phase-sequence in delay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06240" y="525780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model is sequence-invariant → measured from live simulation instead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under-specified detail IS a reproducibility finding — not a shortcut.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Results — The Key Finding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011</a:t>
            </a:r>
            <a:endParaRPr lang="en-US" sz="3000" dirty="0"/>
          </a:p>
        </p:txBody>
      </p:sp>
      <p:pic>
        <p:nvPicPr>
          <p:cNvPr id="4" name="Image 0" descr="deck_assets/win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7607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645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KATC-2 partially reproduced: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92240" y="22860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6EE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2423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saturation
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KATC-2 beats fixed-time (+5-11%) — matches the paper's direction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92240" y="37947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BEAEA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39319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Low saturation
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KATC-2 loses to fixed-time — the OPPOSITE of the paper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92240" y="53035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causes: GA re-optimisation churn hurts stability at low demand; analytical fitness diverges from SUMO reality; uncalibrated fundamental-diagram parameters.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64592" cy="1234440"/>
          </a:xfrm>
          <a:prstGeom prst="roundRect">
            <a:avLst>
              <a:gd name="adj" fmla="val 27778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28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66160" y="182880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method — delay model, GA optimiser (converges as reported), and the closed simulation loop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64592" cy="1234440"/>
          </a:xfrm>
          <a:prstGeom prst="roundRect">
            <a:avLst>
              <a:gd name="adj" fmla="val 27778"/>
            </a:avLst>
          </a:prstGeom>
          <a:solidFill>
            <a:srgbClr val="E9A03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2461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0" y="324612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KATC beat fixed-time at high saturation but not low — the reverse of the paper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63440"/>
            <a:ext cx="164592" cy="1234440"/>
          </a:xfrm>
          <a:prstGeom prst="roundRect">
            <a:avLst>
              <a:gd name="adj" fmla="val 27778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6634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466344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reproduction's value is understanding WHERE and WHY a method holds or breaks, not matching every number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unit tests  •  6 phases  •  105-scenario grid  •  solo reproduction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1299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Terrence Binful</cp:lastModifiedBy>
  <cp:revision>1</cp:revision>
  <dcterms:created xsi:type="dcterms:W3CDTF">2026-08-01T08:21:37Z</dcterms:created>
  <dcterms:modified xsi:type="dcterms:W3CDTF">2026-08-01T08:26:31Z</dcterms:modified>
</cp:coreProperties>
</file>